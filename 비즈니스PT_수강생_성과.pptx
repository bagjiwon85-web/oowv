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</p:sldIdLst>
  <p:sldSz cx="10691813" cy="755967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B76F"/>
    <a:srgbClr val="FAECDA"/>
    <a:srgbClr val="F8E6D0"/>
    <a:srgbClr val="F6DEC2"/>
    <a:srgbClr val="FCF4EA"/>
    <a:srgbClr val="FAE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8707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53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62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14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5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91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1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568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990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89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171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02A54-833A-46BB-B57E-902999905B48}" type="datetimeFigureOut">
              <a:rPr lang="ko-KR" altLang="en-US" smtClean="0"/>
              <a:t>2024-04-24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0E241-5C32-40E9-B4AD-C20F8DBFB7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64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30대 여성 · 요리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5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139,785,065원 달성</a:t>
            </a:r>
            <a:endParaRPr lang="en-US" altLang="ko-KR" sz="65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34,600명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장00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30대 남성 · 자동차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71,483,548원 달성</a:t>
            </a:r>
            <a:endParaRPr lang="en-US" altLang="ko-KR" sz="72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9,190명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윤00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40대 남성 · 부동산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57,628,650원 달성</a:t>
            </a:r>
            <a:endParaRPr lang="en-US" altLang="ko-KR" sz="72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35,700명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이00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30대 여성 · 다이어트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30,339,000원 달성</a:t>
            </a:r>
            <a:endParaRPr lang="en-US" altLang="ko-KR" sz="72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86,000명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홍00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30대 남성 · 운동채널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24,862,940원 달성</a:t>
            </a:r>
            <a:endParaRPr lang="en-US" altLang="ko-KR" sz="72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513,000명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정00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30대 남성 · 영상제작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24,578,000원 달성</a:t>
            </a:r>
            <a:endParaRPr lang="en-US" altLang="ko-KR" sz="72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80,900명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조00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50대 여성 · 커피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9,010,203원 달성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8,890명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김00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30대 남성 · 부업강의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7,300,000원 달성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12,100명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박00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50대 여성 · 패션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7,223,000원 달성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898명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40대 남성 · 자전거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7,130,000원 달성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6,460명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40대 남성 · 패션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5,892,580원 달성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70,000명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김00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40대 여성 · 살림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5,363,800원 달성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18,200명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장00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"/>
            <a:ext cx="10691813" cy="7558823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727" y="5534561"/>
            <a:ext cx="6178358" cy="939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185924"/>
            <a:ext cx="10691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30대 남성 · IT 채널</a:t>
            </a:r>
            <a:endParaRPr lang="en-US" altLang="ko-KR" sz="4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732483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5,233,320원 달성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752944"/>
            <a:ext cx="10691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 smtClean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유튜브 구독자 4,100명</a:t>
            </a:r>
            <a:endParaRPr lang="en-US" altLang="ko-KR" sz="5400" dirty="0" smtClean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2011574"/>
            <a:ext cx="1069181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0" dirty="0" smtClean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유00 회원</a:t>
            </a:r>
            <a:endParaRPr lang="en-US" altLang="ko-KR" sz="8000" dirty="0" smtClean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4687538" y="3383180"/>
            <a:ext cx="1316736" cy="0"/>
          </a:xfrm>
          <a:prstGeom prst="line">
            <a:avLst/>
          </a:prstGeom>
          <a:ln w="12700">
            <a:solidFill>
              <a:srgbClr val="EBB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70" y="6762319"/>
            <a:ext cx="1319473" cy="44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38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</TotalTime>
  <Words>17</Words>
  <Application>Microsoft Office PowerPoint</Application>
  <PresentationFormat>사용자 지정</PresentationFormat>
  <Paragraphs>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SB 어그로 Bold</vt:lpstr>
      <vt:lpstr>SB 어그로 Light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</cp:revision>
  <dcterms:created xsi:type="dcterms:W3CDTF">2024-04-24T01:35:15Z</dcterms:created>
  <dcterms:modified xsi:type="dcterms:W3CDTF">2024-04-24T05:23:04Z</dcterms:modified>
</cp:coreProperties>
</file>